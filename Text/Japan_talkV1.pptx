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08079-72C7-484B-9C17-5C949E79C185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DEAA2-F3E2-4278-A29F-379BCAFC9A4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237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DEAA2-F3E2-4278-A29F-379BCAFC9A46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0590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9F6C-CC39-B2D3-62B7-2E5845BF8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146DD-1236-5819-A805-B9290A8AD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C66C-0D3C-FBEF-A9BD-D8A1F5D0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DB03-22A0-6D20-D906-F22BF5B6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00EF0-E0FC-B66A-CB31-15EA2853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83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BCEA-59D3-A622-EAF9-7E2115C5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CD36-ABB8-7094-71E8-78A3E2AE3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31BC-8DBB-E615-BF5A-A214E947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91FC1-2743-83C6-BE6C-1D129F51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BD6DF-A076-4E5C-95D1-5F86FAFE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0986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2EE5-EE4F-BABE-D64E-1EC99504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4A404-B211-6C52-EA69-EF61CFD04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F672-4D36-4E1A-164A-353DF04C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9240-08BD-457A-C6E7-1FCB554A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9E438-13C2-5832-B7AB-415F6D94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7448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CDE7-24F9-7062-34E5-BBC6F4B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D3BB-4928-ADC3-1B3B-76418044F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1659D-E3B5-D333-F5FD-3FD53346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0BC7-4B27-B627-5334-00633326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54B7D-DD5B-9306-629B-55F927BE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4A2C0-81C7-08ED-4FF9-4F533D1B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115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6A8B-7310-C7B1-081C-6398ADB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DB8E2-AB46-AE7A-8607-0B99F59B2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796FF-186A-6279-7DFA-F119FBA9C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25BAE-9822-7F0D-086D-77C31C7E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DC6C7-2C19-4AE0-77F6-97AC69F03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F38F3-0CE7-1809-5026-7023D8DA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8FD87-6684-B825-5003-1491B848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3943A-5BE6-AA90-4B94-EFE66350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496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7DD6-F1F7-4751-C365-7B65E80E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C8246E-B914-0788-5B92-204BF4C3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760B9-7C20-60A4-72CB-66935360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0C91B-9DC2-F5AF-0F9B-C8F58D3E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8305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9B695-7DCF-C418-223E-6E6AC54E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F7A82-D7F2-2307-7139-912D255D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51A42-EB0B-2585-CBD0-B87FA6AE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75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F617-54E7-FE1B-1E96-360C0019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270DB-B734-6F94-65D1-2E022B44E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4AC1D-E0E8-0737-C91A-9AF514EC6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336A0-64EB-CD36-7428-4B0FD42C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0DC94-1E2E-2517-C71A-147277EA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AD590-DEBF-C0A3-7A79-FA9D08CA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492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BC5F-CE9C-D4EE-E0D1-FE8F4EF1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B33C5-92BA-5056-EA3A-451C0C0F8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68FEE-F06C-C485-8C48-0F8C4962D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666B5-F517-98BD-5566-C93F3DB0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C306-1140-7FE3-FDD7-D2E6DF7D5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873BE-B818-20BC-7FBE-2E98107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2646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D438-3AD9-BADE-D082-067AACE4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60EB2-F238-27B3-B924-9BCDFB48A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80E3D-FA12-8608-33D0-FC0EA931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20B99-E140-3F1C-F505-C32952C6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52BB-6C8E-CB98-91CE-E5CA1FBA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3508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7C98D-82D2-EE74-FA9A-DF91BBC83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5C5EB-D67B-174D-28EF-D2CC0658B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4D2F0-9B62-0B66-E384-66183E9A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ABC30-47DC-0F0E-0E3B-98A72A83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173FB-E22A-72DA-032B-FAF97E20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703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8084E-FBFA-4A3C-425D-C047F95F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43AA-3980-023D-53B3-32AC2F72C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52853-C7FF-A078-AF09-42ADF0DC1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F2DC7-1048-48B6-ADFF-32CD791BE89B}" type="datetimeFigureOut">
              <a:rPr lang="en-NZ" smtClean="0"/>
              <a:t>30/07/2026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9AB42-FE7C-7253-13B4-2C0B81272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9922-DDCD-241A-63BD-025D845C7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38B27-FBDB-4A06-8AB9-DB85CB21B74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3611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C9F5-03BA-7B03-62FC-457DD3E1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E132-A87B-CF8B-ACD0-81E9DED3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62" y="66187"/>
            <a:ext cx="10515600" cy="106802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424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Identifying Volcanic Unrest via the Entropy–Complexity Plane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B20C0-0F63-C68E-21C1-98A13CD48B55}"/>
                  </a:ext>
                </a:extLst>
              </p:cNvPr>
              <p:cNvSpPr txBox="1"/>
              <p:nvPr/>
            </p:nvSpPr>
            <p:spPr>
              <a:xfrm>
                <a:off x="574430" y="4489841"/>
                <a:ext cx="105156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Findings: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57: highest complexity + moderate entropy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56: eruption week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 15: similar behaviour </a:t>
                </a:r>
              </a:p>
              <a:p>
                <a:endParaRPr lang="en-NZ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Take-home Message: The </a:t>
                </a:r>
                <a14:m>
                  <m:oMath xmlns:m="http://schemas.openxmlformats.org/officeDocument/2006/math">
                    <m:r>
                      <a:rPr lang="en-NZ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NZ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NZ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NZ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plane identifies a distinctive pre-eruption dynamical state.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0B20C0-0F63-C68E-21C1-98A13CD48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4489841"/>
                <a:ext cx="10515600" cy="1754326"/>
              </a:xfrm>
              <a:prstGeom prst="rect">
                <a:avLst/>
              </a:prstGeom>
              <a:blipFill>
                <a:blip r:embed="rId3"/>
                <a:stretch>
                  <a:fillRect l="-464" t="-2091" b="-487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1">
            <a:extLst>
              <a:ext uri="{FF2B5EF4-FFF2-40B4-BE49-F238E27FC236}">
                <a16:creationId xmlns:a16="http://schemas.microsoft.com/office/drawing/2014/main" id="{708A510E-41F5-FA66-A562-D0BEFFD41F10}"/>
              </a:ext>
            </a:extLst>
          </p:cNvPr>
          <p:cNvSpPr/>
          <p:nvPr/>
        </p:nvSpPr>
        <p:spPr>
          <a:xfrm>
            <a:off x="458724" y="773803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Rasika Dilhani (Data Science PhD student, Alejandro C. Frery and Andrea Rey (supervisors)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C022E-8C7F-F857-54E5-DE54C31D7AD3}"/>
              </a:ext>
            </a:extLst>
          </p:cNvPr>
          <p:cNvSpPr txBox="1"/>
          <p:nvPr/>
        </p:nvSpPr>
        <p:spPr>
          <a:xfrm>
            <a:off x="357554" y="1379550"/>
            <a:ext cx="515522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NZ" sz="18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Objective: Identify volcanic eruption signatures using the entropy-complexity plane.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126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NZ" sz="18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Data: Continuous RSAM seismic data from WIZ station, Whakaari (White Island), New Zealand.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126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rtl="0" fontAlgn="base">
              <a:buFont typeface="Arial" panose="020B0604020202020204" pitchFamily="34" charset="0"/>
              <a:buChar char="•"/>
            </a:pPr>
            <a:r>
              <a:rPr lang="en-NZ" sz="18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Method: 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126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fontAlgn="base">
              <a:buFont typeface="Courier New" panose="02070309020205020404" pitchFamily="49" charset="0"/>
              <a:buChar char="o"/>
            </a:pPr>
            <a:r>
              <a:rPr lang="en-NZ" sz="15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Ordinal patterns transformation</a:t>
            </a:r>
            <a:r>
              <a:rPr lang="en-NZ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NZ" sz="108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fontAlgn="base">
              <a:buFont typeface="Courier New" panose="02070309020205020404" pitchFamily="49" charset="0"/>
              <a:buChar char="o"/>
            </a:pPr>
            <a:r>
              <a:rPr lang="en-NZ" sz="15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Analysis of Shannon, Rényi, and </a:t>
            </a:r>
            <a:r>
              <a:rPr lang="en-NZ" sz="1500" b="0" i="0" u="none" strike="noStrike" spc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Tsallis</a:t>
            </a:r>
            <a:r>
              <a:rPr lang="en-NZ" sz="1500" b="0" i="0" u="none" strike="noStrike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entropy, Fisher information, and statistical complexities</a:t>
            </a:r>
            <a:endParaRPr lang="en-NZ" sz="108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6FC1C-039B-7326-BF6C-57C1414AC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777" y="1288938"/>
            <a:ext cx="6216052" cy="45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118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Courier New</vt:lpstr>
      <vt:lpstr>Times New Roman</vt:lpstr>
      <vt:lpstr>Office Theme</vt:lpstr>
      <vt:lpstr>Identifying Volcanic Unrest via the Entropy–Complexity Plane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Rasika Dilhani</dc:creator>
  <cp:lastModifiedBy>Rasika Dilhani</cp:lastModifiedBy>
  <cp:revision>6</cp:revision>
  <dcterms:created xsi:type="dcterms:W3CDTF">2026-07-29T01:12:33Z</dcterms:created>
  <dcterms:modified xsi:type="dcterms:W3CDTF">2026-07-29T23:12:29Z</dcterms:modified>
</cp:coreProperties>
</file>