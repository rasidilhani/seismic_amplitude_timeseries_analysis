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08079-72C7-484B-9C17-5C949E79C185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DEAA2-F3E2-4278-A29F-379BCAFC9A4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2374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DEAA2-F3E2-4278-A29F-379BCAFC9A46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590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D9F6C-CC39-B2D3-62B7-2E5845BF8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146DD-1236-5819-A805-B9290A8AD6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EC66C-0D3C-FBEF-A9BD-D8A1F5D0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DB03-22A0-6D20-D906-F22BF5B6E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00EF0-E0FC-B66A-CB31-15EA2853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35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2BCEA-59D3-A622-EAF9-7E2115C58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5CD36-ABB8-7094-71E8-78A3E2AE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F31BC-8DBB-E615-BF5A-A214E947E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91FC1-2743-83C6-BE6C-1D129F51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BD6DF-A076-4E5C-95D1-5F86FAFE9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9864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E2EE5-EE4F-BABE-D64E-1EC995042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4A404-B211-6C52-EA69-EF61CFD0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8F672-4D36-4E1A-164A-353DF04C7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C9240-08BD-457A-C6E7-1FCB554A5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9E438-13C2-5832-B7AB-415F6D948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74487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CCDE7-24F9-7062-34E5-BBC6F4B1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D3BB-4928-ADC3-1B3B-76418044F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1659D-E3B5-D333-F5FD-3FD53346B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4B0BC7-4B27-B627-5334-00633326E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54B7D-DD5B-9306-629B-55F927BE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B4A2C0-81C7-08ED-4FF9-4F533D1B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115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06A8B-7310-C7B1-081C-6398ADB3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DB8E2-AB46-AE7A-8607-0B99F59B2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796FF-186A-6279-7DFA-F119FBA9C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925BAE-9822-7F0D-086D-77C31C7E7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BDC6C7-2C19-4AE0-77F6-97AC69F03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1F38F3-0CE7-1809-5026-7023D8DAD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8FD87-6684-B825-5003-1491B848C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B3943A-5BE6-AA90-4B94-EFE66350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4969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7DD6-F1F7-4751-C365-7B65E80E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C8246E-B914-0788-5B92-204BF4C3E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1760B9-7C20-60A4-72CB-66935360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C0C91B-9DC2-F5AF-0F9B-C8F58D3E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83054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F9B695-7DCF-C418-223E-6E6AC54E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4F7A82-D7F2-2307-7139-912D255D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1A42-EB0B-2585-CBD0-B87FA6AE9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475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F617-54E7-FE1B-1E96-360C0019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270DB-B734-6F94-65D1-2E022B44E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4AC1D-E0E8-0737-C91A-9AF514EC6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336A0-64EB-CD36-7428-4B0FD42CB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0DC94-1E2E-2517-C71A-147277EA3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AD590-DEBF-C0A3-7A79-FA9D08CAD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4927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BC5F-CE9C-D4EE-E0D1-FE8F4EF1D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BB33C5-92BA-5056-EA3A-451C0C0F8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68FEE-F06C-C485-8C48-0F8C4962D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666B5-F517-98BD-5566-C93F3DB0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7C306-1140-7FE3-FDD7-D2E6DF7D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873BE-B818-20BC-7FBE-2E98107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6460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BD438-3AD9-BADE-D082-067AACE4B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60EB2-F238-27B3-B924-9BCDFB48A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80E3D-FA12-8608-33D0-FC0EA931B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20B99-E140-3F1C-F505-C32952C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52BB-6C8E-CB98-91CE-E5CA1FBA9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35082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87C98D-82D2-EE74-FA9A-DF91BBC83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05C5EB-D67B-174D-28EF-D2CC0658B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4D2F0-9B62-0B66-E384-66183E9A2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ABC30-47DC-0F0E-0E3B-98A72A83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173FB-E22A-72DA-032B-FAF97E20A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7037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18084E-FBFA-4A3C-425D-C047F95F8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43AA-3980-023D-53B3-32AC2F72C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52853-C7FF-A078-AF09-42ADF0DC1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9AB42-FE7C-7253-13B4-2C0B8127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9922-DDCD-241A-63BD-025D845C7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36117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C9F5-03BA-7B03-62FC-457DD3E1A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E132-A87B-CF8B-ACD0-81E9DED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62" y="66187"/>
            <a:ext cx="10515600" cy="106802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24242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Identifying Volcanic Unrest via the Entropy–Complexity Plane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/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Findings: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56: highest complexity + moderate entropy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57: eruption week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15: similar behaviour </a:t>
                </a:r>
              </a:p>
              <a:p>
                <a:endParaRPr lang="en-NZ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Take-home Message: The </a:t>
                </a:r>
                <a14:m>
                  <m:oMath xmlns:m="http://schemas.openxmlformats.org/officeDocument/2006/math">
                    <m:r>
                      <a:rPr lang="en-NZ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</m:t>
                    </m:r>
                    <m:r>
                      <a:rPr lang="en-NZ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NZ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plane identifies a distinctive pre-eruption dynamical state.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blipFill>
                <a:blip r:embed="rId3"/>
                <a:stretch>
                  <a:fillRect l="-464" t="-2091" b="-4878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1">
            <a:extLst>
              <a:ext uri="{FF2B5EF4-FFF2-40B4-BE49-F238E27FC236}">
                <a16:creationId xmlns:a16="http://schemas.microsoft.com/office/drawing/2014/main" id="{708A510E-41F5-FA66-A562-D0BEFFD41F10}"/>
              </a:ext>
            </a:extLst>
          </p:cNvPr>
          <p:cNvSpPr/>
          <p:nvPr/>
        </p:nvSpPr>
        <p:spPr>
          <a:xfrm>
            <a:off x="458724" y="773803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Rasika Dilhani (Data Science PhD student, Alejandro C. Frery and Andrea Rey (supervisors)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C022E-8C7F-F857-54E5-DE54C31D7AD3}"/>
              </a:ext>
            </a:extLst>
          </p:cNvPr>
          <p:cNvSpPr txBox="1"/>
          <p:nvPr/>
        </p:nvSpPr>
        <p:spPr>
          <a:xfrm>
            <a:off x="357554" y="1379550"/>
            <a:ext cx="515522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Objective: Identify volcanic eruption signatures using the entropy-complexity plane.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Data: Continuous RSAM seismic data from WIZ station, Whakaari (White Island), New Zealand.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Method: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Ordinal patterns transformation</a:t>
            </a:r>
            <a:r>
              <a:rPr lang="en-NZ" sz="15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Analysis of Shannon, Rényi, and </a:t>
            </a:r>
            <a:r>
              <a:rPr lang="en-NZ" sz="1500" b="0" i="0" u="none" strike="noStrike" spc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Tsallis</a:t>
            </a: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entropy, Fisher information, and statistical complexities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6FC1C-039B-7326-BF6C-57C1414AC3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777" y="1288938"/>
            <a:ext cx="6216052" cy="452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9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118</Words>
  <Application>Microsoft Office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Identifying Volcanic Unrest via the Entropy–Complexity Plane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Rasika Dilhani</dc:creator>
  <cp:lastModifiedBy>Rasika Dilhani</cp:lastModifiedBy>
  <cp:revision>10</cp:revision>
  <dcterms:created xsi:type="dcterms:W3CDTF">2026-07-29T01:12:33Z</dcterms:created>
  <dcterms:modified xsi:type="dcterms:W3CDTF">2026-07-29T23:31:32Z</dcterms:modified>
</cp:coreProperties>
</file>